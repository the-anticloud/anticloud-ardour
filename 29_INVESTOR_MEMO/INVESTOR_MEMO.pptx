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ARDOUR | Category: AUDIO_CONSUMER</a:t>
            </a:r>
          </a:p>
          <a:p>
            <a: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Professional DAW and digital audio workstation without data egress. Cloud-hosted alternatives leak data by architecture; Anticloud FZ LLE delivers ARDOUR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ARDOUR (https://github.com/ardour/ardour, 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