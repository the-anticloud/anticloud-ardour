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15 Gdpr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2026-10-02T09:28:11.583916Z | Framework ID: 15_GDPR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GDPR Art. 25 (Privacy by Design), Art. 32 (Security), Art. 35 (DPIA)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Privacy by Design: all data stays local; Art. 32: AES-256-GCM; Art. 17 (Right to Erasure): forget() implemented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SovereignMemory.forget() implements Art. 17; zero cloud egress satisfies Art. 44 (transfer restrictions)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843f35e34773c4e8f239a5c18b004a8c4c7b16b827d0c27488d4c51b8847a84d</a:t>
            </a:r>
          </a:p>
          <a:p>
            <a:r>
              <a:rPr sz="1000">
                <a:solidFill>
                  <a:srgbClr val="222222"/>
                </a:solidFill>
              </a:rPr>
              <a:t>  SHA3-256 (chain) | 7df61bc270cbb2630cce81fc158455568e34f91597e1a879b9c48312dcbe1de7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2026-10-02T09:28:11.583916Z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