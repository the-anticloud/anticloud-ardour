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2026-10-02T09:28:10.479377Z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bb5bfec6a3352f77d1ffe7fdf7c4fbc126ed4b8aee1418098349aa19a72558a6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2026-10-02T09:28:10.479377Z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