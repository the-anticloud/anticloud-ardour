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2026-10-02T09:28:09.812820Z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47516d2cdf3a9a9b8fe1208aadb8b50b6f06197fc301373387bd0d69263a46fa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2026-10-02T09:28:09.812820Z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