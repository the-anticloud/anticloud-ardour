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2026-10-02T09:28:12.799674Z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54d9166f5bc8a1e7d94f94b640156d19ef9321ec6029ada27aff57784ed1dc6e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2026-10-02T09:28:12.799674Z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