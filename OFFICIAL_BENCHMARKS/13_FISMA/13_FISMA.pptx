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2026-10-02T09:28:11.253974Z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8557fe4e7ca8df14ca82a5fead7153443a998cb98ac9f2d0aba596d9e14d92f4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2026-10-02T09:28:11.253974Z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